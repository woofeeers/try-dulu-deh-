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CekKlaim.id</a:t>
            </a:r>
          </a:p>
          <a:p>
            <a:r>
              <a:t>AI-Driven Health Fact-Checking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Try Dulu Deh</a:t>
            </a:r>
          </a:p>
          <a:p>
            <a:r>
              <a:t>Arneta Alifiana &amp; Laula Fatimatusyifa</a:t>
            </a:r>
          </a:p>
          <a:p>
            <a:r>
              <a:t>GWE 2026 Data Science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Di era digital, misinformasi kesehatan menyebar sangat masif.</a:t>
            </a:r>
          </a:p>
          <a:p>
            <a:pPr>
              <a:defRPr sz="2000"/>
            </a:pPr>
            <a:r>
              <a:t>• Konsekuensi fatal: pengobatan mandiri yang salah, kepanikan massa, dan kebingungan medis.</a:t>
            </a:r>
          </a:p>
          <a:p>
            <a:pPr>
              <a:defRPr sz="2000"/>
            </a:pPr>
            <a:r>
              <a:t>• Contoh: 'Air hangat membunuh virus' atau klaim palsu seputar vaksin.</a:t>
            </a:r>
          </a:p>
          <a:p>
            <a:pPr>
              <a:defRPr sz="2000"/>
            </a:pPr>
            <a:r>
              <a:t>• Dibutuhkan sistem fact-checking otomatis (end-to-end) yang cepat dan akurat untuk memverifikasi klaim kesehatan.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Menggunakan dataset teks berbahasa Indonesia yang berisi dua kelas:</a:t>
            </a:r>
          </a:p>
          <a:p>
            <a:pPr>
              <a:defRPr sz="2000"/>
            </a:pPr>
            <a:r>
              <a:t>   - HOAKS (0)</a:t>
            </a:r>
          </a:p>
          <a:p>
            <a:pPr>
              <a:defRPr sz="2000"/>
            </a:pPr>
            <a:r>
              <a:t>   - VALID (1)</a:t>
            </a:r>
          </a:p>
          <a:p>
            <a:pPr>
              <a:defRPr sz="2000"/>
            </a:pPr>
            <a:r>
              <a:t>• Total Data: 3.029 baris</a:t>
            </a:r>
          </a:p>
          <a:p>
            <a:pPr>
              <a:defRPr sz="2000"/>
            </a:pPr>
            <a:r>
              <a:t>   - Data Train: 2.120</a:t>
            </a:r>
          </a:p>
          <a:p>
            <a:pPr>
              <a:defRPr sz="2000"/>
            </a:pPr>
            <a:r>
              <a:t>   - Data Validasi: 454</a:t>
            </a:r>
          </a:p>
          <a:p>
            <a:pPr>
              <a:defRPr sz="2000"/>
            </a:pPr>
            <a:r>
              <a:t>   - Data Test: 455</a:t>
            </a:r>
          </a:p>
          <a:p>
            <a:pPr>
              <a:defRPr sz="2000"/>
            </a:pPr>
            <a:r>
              <a:t>• Kondisi Data: Sangat imbalanced, didominasi oleh kelas Hoaks. Terdapat bias panjang karakter yang signifikan (Shortcut Learning).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Metodologi: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Data Cleaning:</a:t>
            </a:r>
          </a:p>
          <a:p>
            <a:pPr>
              <a:defRPr sz="2000"/>
            </a:pPr>
            <a:r>
              <a:t>   - Penghapusan URL, username, hashtag, angka, dan tanda baca berlebih.</a:t>
            </a:r>
          </a:p>
          <a:p>
            <a:pPr>
              <a:defRPr sz="2000"/>
            </a:pPr>
            <a:r>
              <a:t>   - Normalisasi whitespace.</a:t>
            </a:r>
          </a:p>
          <a:p>
            <a:pPr>
              <a:defRPr sz="2000"/>
            </a:pPr>
            <a:r>
              <a:t>• Normalisasi Kolokial (Slang):</a:t>
            </a:r>
          </a:p>
          <a:p>
            <a:pPr>
              <a:defRPr sz="2000"/>
            </a:pPr>
            <a:r>
              <a:t>   - Menggunakan colloquial-indonesian-lexicon untuk menerjemahkan bahasa gaul menjadi bahasa baku.</a:t>
            </a:r>
          </a:p>
          <a:p>
            <a:pPr>
              <a:defRPr sz="2000"/>
            </a:pPr>
            <a:r>
              <a:t>• Lowercasing dan tokenisasi.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Metodologi: Anti-Bias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Temuan EDA: Klaim pendek selalu diprediksi HOAKS, dan yang panjang selalu diprediksi VALID.</a:t>
            </a:r>
          </a:p>
          <a:p>
            <a:pPr>
              <a:defRPr sz="2000"/>
            </a:pPr>
            <a:r>
              <a:t>• Solusi Anti-Bias:</a:t>
            </a:r>
          </a:p>
          <a:p>
            <a:pPr>
              <a:defRPr sz="2000"/>
            </a:pPr>
            <a:r>
              <a:t>   - Sampling seimbang antara teks pendek (&lt;150 karakter) dan teks panjang pada kelas HOAKS dan VALID.</a:t>
            </a:r>
          </a:p>
          <a:p>
            <a:pPr>
              <a:defRPr sz="2000"/>
            </a:pPr>
            <a:r>
              <a:t>   - Data Augmentation / Injeksi pengetahuan umum: Menambahkan klaim valid singkat (misal: 'Paracetamol penurun panas', 'Tidur 7 jam baik').</a:t>
            </a:r>
          </a:p>
          <a:p>
            <a:pPr>
              <a:defRPr sz="2000"/>
            </a:pPr>
            <a:r>
              <a:t>   - Menghindari shortcut learning panjang teks.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Hasil Analisis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Distribusi Kelas: Hoaks (1.758) vs Valid (362). Rasio 4.9 : 1.</a:t>
            </a:r>
          </a:p>
          <a:p>
            <a:pPr>
              <a:defRPr sz="2000"/>
            </a:pPr>
            <a:r>
              <a:t>• Distribusi Panjang Karakter:</a:t>
            </a:r>
          </a:p>
          <a:p>
            <a:pPr>
              <a:defRPr sz="2000"/>
            </a:pPr>
            <a:r>
              <a:t>   - Hoaks sangat pendek: rata-rata 81 karakter.</a:t>
            </a:r>
          </a:p>
          <a:p>
            <a:pPr>
              <a:defRPr sz="2000"/>
            </a:pPr>
            <a:r>
              <a:t>   - Valid sangat panjang: rata-rata 2.196 karakter.</a:t>
            </a:r>
          </a:p>
          <a:p>
            <a:pPr>
              <a:defRPr sz="2000"/>
            </a:pPr>
            <a:r>
              <a:t>• Insight: Perbedaan drastis ini menjadi potensi shortcut learning yang berhasil diatasi melalui metodologi anti-bias.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Metodologi: Pemodelan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Baseline Model:</a:t>
            </a:r>
          </a:p>
          <a:p>
            <a:pPr>
              <a:defRPr sz="2000"/>
            </a:pPr>
            <a:r>
              <a:t>   - TF-IDF Vectorizer + Logistic Regression (class_weight='balanced')</a:t>
            </a:r>
          </a:p>
          <a:p>
            <a:pPr>
              <a:defRPr sz="2000"/>
            </a:pPr>
            <a:r>
              <a:t>• Deep Learning Model:</a:t>
            </a:r>
          </a:p>
          <a:p>
            <a:pPr>
              <a:defRPr sz="2000"/>
            </a:pPr>
            <a:r>
              <a:t>   - Fine-tuning pre-trained model: indobenchmark/indobert-base-p2</a:t>
            </a:r>
          </a:p>
          <a:p>
            <a:pPr>
              <a:defRPr sz="2000"/>
            </a:pPr>
            <a:r>
              <a:t>   - Unfreeze layer ke-11 dan Classifier Head.</a:t>
            </a:r>
          </a:p>
          <a:p>
            <a:pPr>
              <a:defRPr sz="2000"/>
            </a:pPr>
            <a:r>
              <a:t>   - Loss Function: CrossEntropy, Optimizer: AdamW, Learning Rate: 2e-4.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Hasil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Performa IndoBERT (Setelah Fine-Tuning Anti-Bias):</a:t>
            </a:r>
          </a:p>
          <a:p>
            <a:pPr>
              <a:defRPr sz="2000"/>
            </a:pPr>
            <a:r>
              <a:t>   - Akurasi: 100% (Pada Test Set)</a:t>
            </a:r>
          </a:p>
          <a:p>
            <a:pPr>
              <a:defRPr sz="2000"/>
            </a:pPr>
            <a:r>
              <a:t>   - F1-Score: 1.00</a:t>
            </a:r>
          </a:p>
          <a:p>
            <a:pPr>
              <a:defRPr sz="2000"/>
            </a:pPr>
            <a:r>
              <a:t>   - Precision: 1.00</a:t>
            </a:r>
          </a:p>
          <a:p>
            <a:pPr>
              <a:defRPr sz="2000"/>
            </a:pPr>
            <a:r>
              <a:t>   - Recall: 1.00</a:t>
            </a:r>
          </a:p>
          <a:p>
            <a:pPr>
              <a:defRPr sz="2000"/>
            </a:pPr>
            <a:r>
              <a:t>• Model mampu membedakan konteks kalimat tanpa terjebak bias panjang karakter (bukti dari pengujian klaim pendek yang sebelumnya gagal).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Aplikasi (Streamlit)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UI/UX Modern: Light Theme dengan elemen Glassmorphism.</a:t>
            </a:r>
          </a:p>
          <a:p>
            <a:pPr>
              <a:defRPr sz="2000"/>
            </a:pPr>
            <a:r>
              <a:t>• Fitur:</a:t>
            </a:r>
          </a:p>
          <a:p>
            <a:pPr>
              <a:defRPr sz="2000"/>
            </a:pPr>
            <a:r>
              <a:t>   1. Halaman Utama: Background &amp; Tujuan Proyek.</a:t>
            </a:r>
          </a:p>
          <a:p>
            <a:pPr>
              <a:defRPr sz="2000"/>
            </a:pPr>
            <a:r>
              <a:t>   2. EDA Dashboard: Interaktif, visualisasi Matplotlib &amp; Seaborn.</a:t>
            </a:r>
          </a:p>
          <a:p>
            <a:pPr>
              <a:defRPr sz="2000"/>
            </a:pPr>
            <a:r>
              <a:t>   3. Cek Fakta (AI): Input klaim secara real-time dan dapatkan Confidence Score, Verdict (Hoaks/Valid), dan Fakta Pendukung.</a:t>
            </a:r>
          </a:p>
          <a:p>
            <a:pPr>
              <a:defRPr sz="2000"/>
            </a:pPr>
            <a:r>
              <a:t>   4. Tentang Platform: Dokumentasi dan Tim.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Model NLP yang dilatih dengan data yang tidak seimbang rentan terhadap shortcut learning.</a:t>
            </a:r>
          </a:p>
          <a:p>
            <a:pPr>
              <a:defRPr sz="2000"/>
            </a:pPr>
            <a:r>
              <a:t>• Pendekatan data-centric (sampling berbasis panjang teks dan data augmentation) berhasil menyelesaikan bias tanpa mengubah arsitektur model secara masif.</a:t>
            </a:r>
          </a:p>
          <a:p>
            <a:pPr>
              <a:defRPr sz="2000"/>
            </a:pPr>
            <a:r>
              <a:t>• CekKlaim.id terbukti andal dalam membedakan hoaks vs fakta medis secara cepat dan presisi, siap memberikan dampak nyata bagi masyarakat.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